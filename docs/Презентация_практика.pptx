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D90429"/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D90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УЧЕБНАЯ ПРАКТИКА · ПМ.02 · 2025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OFFICE JERK 2D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097280" y="2926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Сюжетная инди-игра в жанре нарративного антистресса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3703320"/>
            <a:ext cx="3657600" cy="0"/>
          </a:xfrm>
          <a:prstGeom prst="line">
            <a:avLst/>
          </a:prstGeom>
          <a:noFill/>
          <a:ln w="38100">
            <a:solidFill>
              <a:srgbClr val="D904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9319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90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АВТОРЫ
</a:t>
            </a:r>
            <a:pPr indent="0" marL="0">
              <a:buNone/>
            </a:pPr>
            <a:r>
              <a:rPr lang="en-US" sz="18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Затонский Егор Олегович
</a:t>
            </a:r>
            <a:pPr indent="0" marL="0">
              <a:buNone/>
            </a:pPr>
            <a:r>
              <a:rPr lang="en-US" sz="18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Черных Никита Сергеевич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0" y="393192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90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
</a:t>
            </a:r>
            <a:pPr indent="0" marL="0">
              <a:buNone/>
            </a:pPr>
            <a:r>
              <a:rPr lang="en-US" sz="16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4.6 · GDScript
</a:t>
            </a:r>
            <a:pPr indent="0" marL="0">
              <a:buNone/>
            </a:pPr>
            <a:r>
              <a:rPr lang="en-US" sz="16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· itch.io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6217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3.3 — Разработка программного обеспечения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D90429"/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Проблема и предметная область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Антистресс-игры теряют смысл за 3–5 минут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5943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90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
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Современные антистресс-игры (Office Jerk 2011, мобильные f2p) — короткая механика бросков без сюжета. Игрок теряет интерес за 3–5 минут.
</a:t>
            </a:r>
            <a:pPr indent="0" marL="0">
              <a:buNone/>
            </a:pPr>
            <a:r>
              <a:rPr lang="en-US" sz="1400" b="1" spc="400" kern="0" dirty="0">
                <a:solidFill>
                  <a:srgbClr val="D90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
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Jerk 2D — антистресс-механика, обёрнутая в авторский нарратив. Офисный сотрудник забывает принять психиатрический препарат → реальность плывёт, коллеги обретают гротескные черты.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040880" y="1554480"/>
            <a:ext cx="4663440" cy="42976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69480" y="17830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90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269480" y="2240280"/>
            <a:ext cx="4206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Офисные сотрудники
</a:t>
            </a:r>
            <a:pPr indent="0" marL="0">
              <a:buNone/>
            </a:pPr>
            <a:r>
              <a:rPr lang="en-US" sz="16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 лет
</a:t>
            </a:r>
            <a:pPr indent="0" marL="0">
              <a:buNone/>
            </a:pPr>
            <a:r>
              <a:rPr lang="en-US" sz="13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Любители инди и пиксель-арта,</a:t>
            </a:r>
            <a:endParaRPr lang="en-US" sz="22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ищущие короткую разрядку</a:t>
            </a:r>
            <a:endParaRPr lang="en-US" sz="22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эмоциональной глубиной.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269480" y="4754880"/>
            <a:ext cx="4206240" cy="0"/>
          </a:xfrm>
          <a:prstGeom prst="line">
            <a:avLst/>
          </a:prstGeom>
          <a:noFill/>
          <a:ln w="12700">
            <a:solidFill>
              <a:srgbClr val="D904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69480" y="49377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ролей · 4 аналога · 16 требований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JERK 2D · УЧЕБНАЯ ПРАКТИКА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D90429"/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Требования и проектные решения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Этапы 1–3 · модель ООП + компонентно-сценовая реализация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90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функциональных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84448" y="15544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90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3584448" y="2606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нефункциональных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91656" y="15544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90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6391656" y="2606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ролей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заинтересованных лиц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98864" y="15544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90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9198864" y="2606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проанализировано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657600"/>
            <a:ext cx="10607040" cy="22860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840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90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ВЫБРАННЫЙ ПОДХОД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Объектно-ориентированное проектирование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05840" y="4663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 компонентно-сценовой реализации Godot 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5166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D90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Аргументы: </a:t>
            </a:r>
            <a:pPr indent="0" marL="0">
              <a:buNone/>
            </a:pPr>
            <a:r>
              <a:rPr lang="en-US" sz="11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 движку (дерево узлов = объекты), чёткие сущности предметной области, конечные автоматы для нарратива, сигналы как событийная шина, естественность параллельной работы двух авторов.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JERK 2D · УЧЕБНАЯ ПРАКТИКА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D90429"/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Структура программной системы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Этапы 4–5 · 8 классов · 10 ассоциаций · 5 логических блоков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120640" cy="1828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СЛОЙ ИГРОВЫХ СУЩНОСТЕЙ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C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C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PlayerInput (~250)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C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PlayerCombat (~330)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C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PlayerAnimator (~510)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120640" cy="18288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СЛОЙ AI · РАГДОЛЛ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55080" y="214884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C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Dummy   ←  body_ai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C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Finisher (грейб + бросок)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C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ассоциаций · сигналы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3657600"/>
            <a:ext cx="5120640" cy="12801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7490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СЛОЙ ОКРУЖЕНИЯ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1148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C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tiled_surface · colored_tile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C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floor_draw · office_bg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3657600"/>
            <a:ext cx="5120640" cy="128016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37490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СЛОЙ СЕРВИСОВ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41148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C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DevEye (autoload)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CF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GameSession · SaveManager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51206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90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Декомпозиция: </a:t>
            </a:r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персонаж · боевая механика · нарратив · прогрессия и сохранения · UI/HUD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0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Связи: </a:t>
            </a:r>
            <a:pPr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однонаправленные через сигналы Godot — нет жёстких зависимостей между блоками.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JERK 2D · УЧЕБНАЯ ПРАКТИКА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D90429"/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Реализация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Этапы 6–8 · разработка, инспекция, рефакторинг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D90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1236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 в монолите player.gd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34840" y="182880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6C75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5349240" y="1691640"/>
            <a:ext cx="6035040" cy="457200"/>
          </a:xfrm>
          <a:prstGeom prst="rect">
            <a:avLst/>
          </a:prstGeom>
          <a:solidFill>
            <a:srgbClr val="FCF6F5"/>
          </a:solidFill>
          <a:ln w="6350">
            <a:solidFill>
              <a:srgbClr val="6C75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40680" y="1691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player.gd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0" y="16916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≈150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4108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корень + общее состояние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49240" y="2240280"/>
            <a:ext cx="6035040" cy="457200"/>
          </a:xfrm>
          <a:prstGeom prst="rect">
            <a:avLst/>
          </a:prstGeom>
          <a:solidFill>
            <a:srgbClr val="F0EBE9"/>
          </a:solidFill>
          <a:ln w="6350">
            <a:solidFill>
              <a:srgbClr val="6C75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0680" y="2240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PlayerInput.gd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22402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≈250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41080" y="2240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WASD · спринт · автомат прыжков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49240" y="2788920"/>
            <a:ext cx="6035040" cy="457200"/>
          </a:xfrm>
          <a:prstGeom prst="rect">
            <a:avLst/>
          </a:prstGeom>
          <a:solidFill>
            <a:srgbClr val="FCF6F5"/>
          </a:solidFill>
          <a:ln w="6350">
            <a:solidFill>
              <a:srgbClr val="6C757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2788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PlayerCombat.gd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0" y="27889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≈330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41080" y="2788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ЛКМ · ПКМ · фазы удара · блок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49240" y="3337560"/>
            <a:ext cx="6035040" cy="457200"/>
          </a:xfrm>
          <a:prstGeom prst="rect">
            <a:avLst/>
          </a:prstGeom>
          <a:solidFill>
            <a:srgbClr val="F0EBE9"/>
          </a:solidFill>
          <a:ln w="6350">
            <a:solidFill>
              <a:srgbClr val="6C757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0680" y="3337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PlayerAnimator.gd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0" y="33375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≈510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41080" y="3337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· breath · sway · hands · draw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" y="4114800"/>
            <a:ext cx="10607040" cy="1828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297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90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ТЕХДОЛГ ЭТАПА 6 — ЗАКРЫТ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70916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0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в dev_eye.gd обёрнут в </a:t>
            </a:r>
            <a:pPr indent="0" marL="0">
              <a:buNone/>
            </a:pPr>
            <a:r>
              <a:rPr lang="en-US" sz="1250" dirty="0">
                <a:solidFill>
                  <a:srgbClr val="D90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OS.is_debug_build():</a:t>
            </a:r>
            <a:pPr indent="0" marL="0">
              <a:buNone/>
            </a:pPr>
            <a:r>
              <a:rPr lang="en-US" sz="12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release-сборка молчит
</a:t>
            </a:r>
            <a:pPr indent="0" marL="0">
              <a:buNone/>
            </a:pPr>
            <a:r>
              <a:rPr lang="en-US" sz="1250" b="1" dirty="0">
                <a:solidFill>
                  <a:srgbClr val="D90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магические импульсы 30.0 / 15.0 вынесены в константы </a:t>
            </a:r>
            <a:pPr indent="0" marL="0">
              <a:buNone/>
            </a:pPr>
            <a:r>
              <a:rPr lang="en-US" sz="1250" dirty="0">
                <a:solidFill>
                  <a:srgbClr val="D904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PUNCH_HEAD_KICKBACK_X / _Y</a:t>
            </a:r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D90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4 модуля укладываются в норму </a:t>
            </a:r>
            <a:pPr indent="0" marL="0">
              <a:buNone/>
            </a:pPr>
            <a:r>
              <a:rPr lang="en-US" sz="1250" b="1" dirty="0">
                <a:solidFill>
                  <a:srgbClr val="D90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600 строк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JERK 2D · УЧЕБНАЯ ПРАКТИКА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D90429"/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Проверка качества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Этапы 9–11 · отладка · повторная инспекция · тестирование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90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9 · ОТЛАДКА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ошибок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устранено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3703320"/>
            <a:ext cx="3383280" cy="0"/>
          </a:xfrm>
          <a:prstGeom prst="line">
            <a:avLst/>
          </a:prstGeom>
          <a:noFill/>
          <a:ln w="19050">
            <a:solidFill>
              <a:srgbClr val="D904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84048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null-ссылки в Finisher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hand_idx за пределами enum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NaN в spring-damper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runtime-логика @tool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прямые обращения к autoload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отсутствие каталога screenshots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34840" y="1691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90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10 · ИНСПЕКЦИЯ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34840" y="21031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/ 12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434840" y="30632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критериев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«Соблюдено»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34840" y="3703320"/>
            <a:ext cx="3383280" cy="0"/>
          </a:xfrm>
          <a:prstGeom prst="line">
            <a:avLst/>
          </a:prstGeom>
          <a:noFill/>
          <a:ln w="19050">
            <a:solidFill>
              <a:srgbClr val="D904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384048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именование, форматирование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структура, типизация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инкапсуляция, обработка ошибок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условная компиляция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магические значения — нет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3 наблюдения → техдолг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92440" y="1691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90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11 · ТЕСТЫ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92440" y="21031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+ 7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8092440" y="30632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+ UT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GdUnit4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92440" y="3703320"/>
            <a:ext cx="3383280" cy="0"/>
          </a:xfrm>
          <a:prstGeom prst="line">
            <a:avLst/>
          </a:prstGeom>
          <a:noFill/>
          <a:ln w="19050">
            <a:solidFill>
              <a:srgbClr val="D904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3840480"/>
            <a:ext cx="3383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16 тест-кейсов (TC-01…TC-16)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5 тестовых наборов (DS-01…DS-05)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7 модульных (UT-01…UT-07) ✓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5 интеграционных (IT-01…IT-05) ✓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2 дефекта найдено и зарегистрировано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статус: все TC «Пройдено»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JERK 2D · УЧЕБНАЯ ПРАКТИКА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D90429"/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D90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10058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Сценарий показа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90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2651760" y="21031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Запуск проекта (F5)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651760" y="26060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main.tscn в Godot Editor. Видно протагониста, цель-манекен, тайловое окружение и HUD со счётчиком ударов.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4290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90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2651760" y="35204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Боевое ядро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51760" y="402336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ЛКМ — удары с чередованием рук. ПКМ — блок. После 5 ударов разблокируется финишер (X) — кат-сцена грейба и броска.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484632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90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2651760" y="49377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F6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Прогон тестов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51760" y="544068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панель GdUnit4 → Run All. 7 модульных тестов проходят за ~1.8 секунды, полоса зелёная.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6355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резервный план: подготовленные скриншоты этапов 8.1, 8.2, 9.1, 9.2, 11.1, 11.2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548640"/>
          </a:xfrm>
          <a:prstGeom prst="rect">
            <a:avLst/>
          </a:prstGeom>
          <a:solidFill>
            <a:srgbClr val="D90429"/>
          </a:solidFill>
          <a:ln w="12700">
            <a:solidFill>
              <a:srgbClr val="D9042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Итоги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этапов · 9 модулей · работающий билд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120640" cy="1554480"/>
          </a:xfrm>
          <a:prstGeom prst="rect">
            <a:avLst/>
          </a:prstGeom>
          <a:solidFill>
            <a:srgbClr val="FCF6F5"/>
          </a:solidFill>
          <a:ln w="19050">
            <a:solidFill>
              <a:srgbClr val="D904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288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0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11/11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ЭТАПОВ ЗАКРЫТО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8803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исследования до тестирования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120640" cy="1554480"/>
          </a:xfrm>
          <a:prstGeom prst="rect">
            <a:avLst/>
          </a:prstGeom>
          <a:solidFill>
            <a:srgbClr val="FCF6F5"/>
          </a:solidFill>
          <a:ln w="19050">
            <a:solidFill>
              <a:srgbClr val="D904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8288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0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≈2800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446520" y="26060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 GDSCRIPT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28803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модулей в 4-слойной архитектуре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520440"/>
            <a:ext cx="5120640" cy="1554480"/>
          </a:xfrm>
          <a:prstGeom prst="rect">
            <a:avLst/>
          </a:prstGeom>
          <a:solidFill>
            <a:srgbClr val="FCF6F5"/>
          </a:solidFill>
          <a:ln w="19050">
            <a:solidFill>
              <a:srgbClr val="D904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6576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0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12/12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60120" y="44348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КРИТЕРИЕВ ИНСПЕКЦИИ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47091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«Соблюдено»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3520440"/>
            <a:ext cx="5120640" cy="1554480"/>
          </a:xfrm>
          <a:prstGeom prst="rect">
            <a:avLst/>
          </a:prstGeom>
          <a:solidFill>
            <a:srgbClr val="FCF6F5"/>
          </a:solidFill>
          <a:ln w="19050">
            <a:solidFill>
              <a:srgbClr val="D904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6576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04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12/12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446520" y="44348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 ПРОЙДЕНО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6520" y="47091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unit + 5 integration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54864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90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ПЕРСПЕКТИВЫ ДОРАБОТКИ
</a:t>
            </a:r>
            <a:pPr indent="0" marL="0">
              <a:buNone/>
            </a:pPr>
            <a:r>
              <a:rPr lang="en-US" sz="1200" b="1" dirty="0">
                <a:solidFill>
                  <a:srgbClr val="D90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 ≥ 3 сюжетных эпизодов с диалогами и системой сохранений   </a:t>
            </a:r>
            <a:pPr indent="0" marL="0">
              <a:buNone/>
            </a:pPr>
            <a:r>
              <a:rPr lang="en-US" sz="1200" b="1" dirty="0">
                <a:solidFill>
                  <a:srgbClr val="D90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релиз на itch.io (PWYW)   </a:t>
            </a:r>
            <a:pPr indent="0" marL="0">
              <a:buNone/>
            </a:pPr>
            <a:r>
              <a:rPr lang="en-US" sz="1200" b="1" dirty="0">
                <a:solidFill>
                  <a:srgbClr val="D90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тестового покрытия до e2e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JERK 2D · УЧЕБНАЯ ПРАКТИКА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 Jerk 2D — учебная практика</dc:title>
  <dc:subject>PptxGenJS Presentation</dc:subject>
  <dc:creator>Затонский Е.О., Черных Н.С.</dc:creator>
  <cp:lastModifiedBy>Затонский Е.О., Черных Н.С.</cp:lastModifiedBy>
  <cp:revision>1</cp:revision>
  <dcterms:created xsi:type="dcterms:W3CDTF">2026-05-02T17:29:18Z</dcterms:created>
  <dcterms:modified xsi:type="dcterms:W3CDTF">2026-05-02T17:29:18Z</dcterms:modified>
</cp:coreProperties>
</file>